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2" r:id="rId5"/>
    <p:sldId id="259" r:id="rId6"/>
    <p:sldId id="265" r:id="rId7"/>
    <p:sldId id="264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1FB59F3-AB09-461F-B309-A1122791EC06}">
          <p14:sldIdLst>
            <p14:sldId id="256"/>
            <p14:sldId id="257"/>
            <p14:sldId id="258"/>
            <p14:sldId id="262"/>
            <p14:sldId id="259"/>
            <p14:sldId id="265"/>
            <p14:sldId id="264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305967-72E2-48E6-A51F-D184293B679D}" v="6" dt="2026-05-21T05:05:47.8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1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teek Gupta" userId="e2c2300c30275623" providerId="LiveId" clId="{86F74277-42E8-4C62-8B8A-50731E646123}"/>
    <pc:docChg chg="undo custSel addSld delSld modSld sldOrd modSection">
      <pc:chgData name="Prateek Gupta" userId="e2c2300c30275623" providerId="LiveId" clId="{86F74277-42E8-4C62-8B8A-50731E646123}" dt="2026-05-21T06:15:49.807" v="166" actId="1076"/>
      <pc:docMkLst>
        <pc:docMk/>
      </pc:docMkLst>
      <pc:sldChg chg="modSp mod">
        <pc:chgData name="Prateek Gupta" userId="e2c2300c30275623" providerId="LiveId" clId="{86F74277-42E8-4C62-8B8A-50731E646123}" dt="2026-05-21T05:20:57.425" v="161" actId="20577"/>
        <pc:sldMkLst>
          <pc:docMk/>
          <pc:sldMk cId="0" sldId="256"/>
        </pc:sldMkLst>
        <pc:spChg chg="mod">
          <ac:chgData name="Prateek Gupta" userId="e2c2300c30275623" providerId="LiveId" clId="{86F74277-42E8-4C62-8B8A-50731E646123}" dt="2026-05-21T05:13:19.118" v="146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Prateek Gupta" userId="e2c2300c30275623" providerId="LiveId" clId="{86F74277-42E8-4C62-8B8A-50731E646123}" dt="2026-05-21T05:12:48.816" v="142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Prateek Gupta" userId="e2c2300c30275623" providerId="LiveId" clId="{86F74277-42E8-4C62-8B8A-50731E646123}" dt="2026-05-21T05:20:57.425" v="161" actId="20577"/>
          <ac:spMkLst>
            <pc:docMk/>
            <pc:sldMk cId="0" sldId="256"/>
            <ac:spMk id="5" creationId="{00000000-0000-0000-0000-000000000000}"/>
          </ac:spMkLst>
        </pc:spChg>
      </pc:sldChg>
      <pc:sldChg chg="modSp mod">
        <pc:chgData name="Prateek Gupta" userId="e2c2300c30275623" providerId="LiveId" clId="{86F74277-42E8-4C62-8B8A-50731E646123}" dt="2026-05-21T04:10:47.022" v="9" actId="20577"/>
        <pc:sldMkLst>
          <pc:docMk/>
          <pc:sldMk cId="0" sldId="257"/>
        </pc:sldMkLst>
        <pc:spChg chg="mod">
          <ac:chgData name="Prateek Gupta" userId="e2c2300c30275623" providerId="LiveId" clId="{86F74277-42E8-4C62-8B8A-50731E646123}" dt="2026-05-21T04:10:47.022" v="9" actId="20577"/>
          <ac:spMkLst>
            <pc:docMk/>
            <pc:sldMk cId="0" sldId="257"/>
            <ac:spMk id="12" creationId="{00000000-0000-0000-0000-000000000000}"/>
          </ac:spMkLst>
        </pc:spChg>
      </pc:sldChg>
      <pc:sldChg chg="modSp mod">
        <pc:chgData name="Prateek Gupta" userId="e2c2300c30275623" providerId="LiveId" clId="{86F74277-42E8-4C62-8B8A-50731E646123}" dt="2026-05-21T04:12:20.540" v="33" actId="20577"/>
        <pc:sldMkLst>
          <pc:docMk/>
          <pc:sldMk cId="0" sldId="258"/>
        </pc:sldMkLst>
        <pc:spChg chg="mod">
          <ac:chgData name="Prateek Gupta" userId="e2c2300c30275623" providerId="LiveId" clId="{86F74277-42E8-4C62-8B8A-50731E646123}" dt="2026-05-21T04:12:20.540" v="33" actId="20577"/>
          <ac:spMkLst>
            <pc:docMk/>
            <pc:sldMk cId="0" sldId="258"/>
            <ac:spMk id="6" creationId="{00000000-0000-0000-0000-000000000000}"/>
          </ac:spMkLst>
        </pc:spChg>
      </pc:sldChg>
      <pc:sldChg chg="ord">
        <pc:chgData name="Prateek Gupta" userId="e2c2300c30275623" providerId="LiveId" clId="{86F74277-42E8-4C62-8B8A-50731E646123}" dt="2026-05-21T05:08:33.236" v="109"/>
        <pc:sldMkLst>
          <pc:docMk/>
          <pc:sldMk cId="0" sldId="259"/>
        </pc:sldMkLst>
      </pc:sldChg>
      <pc:sldChg chg="del">
        <pc:chgData name="Prateek Gupta" userId="e2c2300c30275623" providerId="LiveId" clId="{86F74277-42E8-4C62-8B8A-50731E646123}" dt="2026-05-21T04:50:33.897" v="84" actId="2696"/>
        <pc:sldMkLst>
          <pc:docMk/>
          <pc:sldMk cId="0" sldId="260"/>
        </pc:sldMkLst>
      </pc:sldChg>
      <pc:sldChg chg="modSp add del mod setBg">
        <pc:chgData name="Prateek Gupta" userId="e2c2300c30275623" providerId="LiveId" clId="{86F74277-42E8-4C62-8B8A-50731E646123}" dt="2026-05-21T05:04:28.515" v="103" actId="2696"/>
        <pc:sldMkLst>
          <pc:docMk/>
          <pc:sldMk cId="23500289" sldId="260"/>
        </pc:sldMkLst>
        <pc:spChg chg="mod">
          <ac:chgData name="Prateek Gupta" userId="e2c2300c30275623" providerId="LiveId" clId="{86F74277-42E8-4C62-8B8A-50731E646123}" dt="2026-05-21T04:51:12.918" v="94" actId="20577"/>
          <ac:spMkLst>
            <pc:docMk/>
            <pc:sldMk cId="23500289" sldId="260"/>
            <ac:spMk id="2" creationId="{00000000-0000-0000-0000-000000000000}"/>
          </ac:spMkLst>
        </pc:spChg>
      </pc:sldChg>
      <pc:sldChg chg="modSp del mod">
        <pc:chgData name="Prateek Gupta" userId="e2c2300c30275623" providerId="LiveId" clId="{86F74277-42E8-4C62-8B8A-50731E646123}" dt="2026-05-21T05:03:38.567" v="99" actId="2696"/>
        <pc:sldMkLst>
          <pc:docMk/>
          <pc:sldMk cId="0" sldId="261"/>
        </pc:sldMkLst>
        <pc:spChg chg="mod">
          <ac:chgData name="Prateek Gupta" userId="e2c2300c30275623" providerId="LiveId" clId="{86F74277-42E8-4C62-8B8A-50731E646123}" dt="2026-05-21T04:49:03.272" v="83" actId="20577"/>
          <ac:spMkLst>
            <pc:docMk/>
            <pc:sldMk cId="0" sldId="261"/>
            <ac:spMk id="2" creationId="{00000000-0000-0000-0000-000000000000}"/>
          </ac:spMkLst>
        </pc:spChg>
        <pc:spChg chg="mod">
          <ac:chgData name="Prateek Gupta" userId="e2c2300c30275623" providerId="LiveId" clId="{86F74277-42E8-4C62-8B8A-50731E646123}" dt="2026-05-21T04:17:06.701" v="37" actId="14100"/>
          <ac:spMkLst>
            <pc:docMk/>
            <pc:sldMk cId="0" sldId="261"/>
            <ac:spMk id="21" creationId="{00000000-0000-0000-0000-000000000000}"/>
          </ac:spMkLst>
        </pc:spChg>
      </pc:sldChg>
      <pc:sldChg chg="delSp modSp mod ord">
        <pc:chgData name="Prateek Gupta" userId="e2c2300c30275623" providerId="LiveId" clId="{86F74277-42E8-4C62-8B8A-50731E646123}" dt="2026-05-21T06:15:49.807" v="166" actId="1076"/>
        <pc:sldMkLst>
          <pc:docMk/>
          <pc:sldMk cId="0" sldId="262"/>
        </pc:sldMkLst>
        <pc:spChg chg="mod">
          <ac:chgData name="Prateek Gupta" userId="e2c2300c30275623" providerId="LiveId" clId="{86F74277-42E8-4C62-8B8A-50731E646123}" dt="2026-05-21T06:15:43.456" v="165" actId="20577"/>
          <ac:spMkLst>
            <pc:docMk/>
            <pc:sldMk cId="0" sldId="262"/>
            <ac:spMk id="2" creationId="{00000000-0000-0000-0000-000000000000}"/>
          </ac:spMkLst>
        </pc:spChg>
        <pc:spChg chg="del mod">
          <ac:chgData name="Prateek Gupta" userId="e2c2300c30275623" providerId="LiveId" clId="{86F74277-42E8-4C62-8B8A-50731E646123}" dt="2026-05-21T06:15:27.281" v="163" actId="21"/>
          <ac:spMkLst>
            <pc:docMk/>
            <pc:sldMk cId="0" sldId="262"/>
            <ac:spMk id="4" creationId="{00000000-0000-0000-0000-000000000000}"/>
          </ac:spMkLst>
        </pc:spChg>
        <pc:spChg chg="mod">
          <ac:chgData name="Prateek Gupta" userId="e2c2300c30275623" providerId="LiveId" clId="{86F74277-42E8-4C62-8B8A-50731E646123}" dt="2026-05-21T06:15:49.807" v="166" actId="1076"/>
          <ac:spMkLst>
            <pc:docMk/>
            <pc:sldMk cId="0" sldId="262"/>
            <ac:spMk id="5" creationId="{00000000-0000-0000-0000-000000000000}"/>
          </ac:spMkLst>
        </pc:spChg>
        <pc:spChg chg="mod">
          <ac:chgData name="Prateek Gupta" userId="e2c2300c30275623" providerId="LiveId" clId="{86F74277-42E8-4C62-8B8A-50731E646123}" dt="2026-05-21T04:20:13.470" v="38" actId="14100"/>
          <ac:spMkLst>
            <pc:docMk/>
            <pc:sldMk cId="0" sldId="262"/>
            <ac:spMk id="6" creationId="{00000000-0000-0000-0000-000000000000}"/>
          </ac:spMkLst>
        </pc:spChg>
        <pc:spChg chg="mod">
          <ac:chgData name="Prateek Gupta" userId="e2c2300c30275623" providerId="LiveId" clId="{86F74277-42E8-4C62-8B8A-50731E646123}" dt="2026-05-21T04:21:31.121" v="56" actId="20577"/>
          <ac:spMkLst>
            <pc:docMk/>
            <pc:sldMk cId="0" sldId="262"/>
            <ac:spMk id="11" creationId="{00000000-0000-0000-0000-000000000000}"/>
          </ac:spMkLst>
        </pc:spChg>
        <pc:spChg chg="mod">
          <ac:chgData name="Prateek Gupta" userId="e2c2300c30275623" providerId="LiveId" clId="{86F74277-42E8-4C62-8B8A-50731E646123}" dt="2026-05-21T04:20:56.399" v="40"/>
          <ac:spMkLst>
            <pc:docMk/>
            <pc:sldMk cId="0" sldId="262"/>
            <ac:spMk id="17" creationId="{00000000-0000-0000-0000-000000000000}"/>
          </ac:spMkLst>
        </pc:spChg>
      </pc:sldChg>
      <pc:sldChg chg="modSp mod">
        <pc:chgData name="Prateek Gupta" userId="e2c2300c30275623" providerId="LiveId" clId="{86F74277-42E8-4C62-8B8A-50731E646123}" dt="2026-05-21T04:52:54.913" v="97" actId="1076"/>
        <pc:sldMkLst>
          <pc:docMk/>
          <pc:sldMk cId="2666001561" sldId="263"/>
        </pc:sldMkLst>
        <pc:spChg chg="mod">
          <ac:chgData name="Prateek Gupta" userId="e2c2300c30275623" providerId="LiveId" clId="{86F74277-42E8-4C62-8B8A-50731E646123}" dt="2026-05-21T04:52:54.913" v="97" actId="1076"/>
          <ac:spMkLst>
            <pc:docMk/>
            <pc:sldMk cId="2666001561" sldId="263"/>
            <ac:spMk id="4" creationId="{2FB3C369-C45F-B4D5-ECA1-A10055D5C509}"/>
          </ac:spMkLst>
        </pc:spChg>
      </pc:sldChg>
      <pc:sldChg chg="add modTransition setBg">
        <pc:chgData name="Prateek Gupta" userId="e2c2300c30275623" providerId="LiveId" clId="{86F74277-42E8-4C62-8B8A-50731E646123}" dt="2026-05-21T05:05:42.782" v="104"/>
        <pc:sldMkLst>
          <pc:docMk/>
          <pc:sldMk cId="0" sldId="264"/>
        </pc:sldMkLst>
      </pc:sldChg>
      <pc:sldChg chg="addSp delSp add mod ord modTransition setBg">
        <pc:chgData name="Prateek Gupta" userId="e2c2300c30275623" providerId="LiveId" clId="{86F74277-42E8-4C62-8B8A-50731E646123}" dt="2026-05-21T05:14:35.769" v="150" actId="11529"/>
        <pc:sldMkLst>
          <pc:docMk/>
          <pc:sldMk cId="0" sldId="265"/>
        </pc:sldMkLst>
        <pc:spChg chg="add del">
          <ac:chgData name="Prateek Gupta" userId="e2c2300c30275623" providerId="LiveId" clId="{86F74277-42E8-4C62-8B8A-50731E646123}" dt="2026-05-21T05:14:35.769" v="150" actId="11529"/>
          <ac:spMkLst>
            <pc:docMk/>
            <pc:sldMk cId="0" sldId="265"/>
            <ac:spMk id="13" creationId="{5424B971-DD44-EEEC-420E-6EEC93B15DD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3675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9852" y="704088"/>
            <a:ext cx="6035040" cy="17830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229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37012" y="804672"/>
            <a:ext cx="57607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DQL SELECT Command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Use cases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3246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read data from a database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11480" y="4480560"/>
            <a:ext cx="83210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4572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Knowledge Share  ·  2 Min Talk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DQL?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8138160" cy="0"/>
          </a:xfrm>
          <a:prstGeom prst="line">
            <a:avLst/>
          </a:prstGeom>
          <a:noFill/>
          <a:ln w="2286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058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DQL stands for Data Query Language.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part of SQL used only to READ data from a database — it never inserts, updates, or deletes anything.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23317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only one DQL command: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269748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32461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it is the most-used command in all of SQL.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892040" y="960120"/>
            <a:ext cx="0" cy="3291840"/>
          </a:xfrm>
          <a:prstGeom prst="line">
            <a:avLst/>
          </a:prstGeom>
          <a:noFill/>
          <a:ln w="1524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1005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this way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74920" y="1417320"/>
            <a:ext cx="3657600" cy="27889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57800" y="1554479"/>
            <a:ext cx="3291840" cy="2532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endParaRPr lang="en-US" sz="1300" dirty="0">
              <a:solidFill>
                <a:srgbClr val="37415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 is like a huge Excel sheet with millions of rows.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is your search and filter button — it fetches exactly the rows and columns you need, without touching any data.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"Show me all orders above ₹500 placed today from Mumbai.“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— Basic Syntax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8138160" cy="0"/>
          </a:xfrm>
          <a:prstGeom prst="line">
            <a:avLst/>
          </a:prstGeom>
          <a:noFill/>
          <a:ln w="2286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987552"/>
            <a:ext cx="8138160" cy="1572768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987552"/>
            <a:ext cx="64008" cy="15727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42416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 </a:t>
            </a:r>
            <a:r>
              <a:rPr lang="en-US" sz="13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column1, column2
</a:t>
            </a:r>
            <a:r>
              <a:rPr lang="en-US" sz="135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   </a:t>
            </a:r>
            <a:r>
              <a:rPr lang="en-US" sz="13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table_name
</a:t>
            </a:r>
            <a:r>
              <a:rPr lang="en-US" sz="13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  </a:t>
            </a:r>
            <a:r>
              <a:rPr lang="en-US" sz="13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condition              </a:t>
            </a:r>
            <a:r>
              <a:rPr lang="en-US" sz="1350" i="1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filtering
</a:t>
            </a:r>
            <a:r>
              <a:rPr lang="en-US" sz="13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r>
              <a:rPr lang="en-US" sz="13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column ASC|DESC      </a:t>
            </a:r>
            <a:r>
              <a:rPr lang="en-US" sz="1350" i="1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sorting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724912"/>
            <a:ext cx="8138160" cy="47548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79806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377440" y="2798064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which columns you want to see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34670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377440" y="3346704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SQL which table to look in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822192"/>
            <a:ext cx="8138160" cy="47548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89534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377440" y="3895344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rows — show only rows that match a condition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444398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377440" y="4443984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results (ASC = A→Z / low→high, DESC = reverse)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with JOIN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8138160" cy="0"/>
          </a:xfrm>
          <a:prstGeom prst="line">
            <a:avLst/>
          </a:prstGeom>
          <a:noFill/>
          <a:ln w="22860">
            <a:solidFill>
              <a:srgbClr val="1D4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5156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query — get customer name and their order details: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8138160" cy="1481328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783080"/>
            <a:ext cx="64008" cy="14813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837944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 </a:t>
            </a:r>
            <a:r>
              <a:rPr lang="en-US" sz="13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c.name, c.city, o.order_id, o.amount, o.status
</a:t>
            </a:r>
            <a:r>
              <a:rPr lang="en-US" sz="135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   </a:t>
            </a:r>
            <a:r>
              <a:rPr lang="en-US" sz="13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 c
</a:t>
            </a:r>
            <a:r>
              <a:rPr lang="en-US" sz="135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   </a:t>
            </a:r>
            <a:r>
              <a:rPr lang="en-US" sz="13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 o  ON  c.customer_id = o.customer_id
</a:t>
            </a:r>
            <a:r>
              <a:rPr lang="en-US" sz="13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  </a:t>
            </a:r>
            <a:r>
              <a:rPr lang="en-US" sz="13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o.status = </a:t>
            </a:r>
            <a:r>
              <a:rPr lang="en-US" sz="135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'Delivered'</a:t>
            </a:r>
            <a:r>
              <a:rPr lang="en-US" sz="13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 c.city = </a:t>
            </a:r>
            <a:r>
              <a:rPr lang="en-US" sz="135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'Mumbai'</a:t>
            </a:r>
            <a:r>
              <a:rPr lang="en-US" sz="13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3401568"/>
            <a:ext cx="54864" cy="43891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4472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 JOIN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97480" y="3447288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Only rows that match in BOTH tables (Matching Rows)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950208"/>
            <a:ext cx="54864" cy="43891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9959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97480" y="3995928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All rows from the left table + matching rows from the right (nulls if no match)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4498848"/>
            <a:ext cx="54864" cy="43891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5445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 JOIN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97480" y="4544568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All rows from the right table + matching rows from the left (nulls if no match)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 — Food Delivery App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8138160" cy="0"/>
          </a:xfrm>
          <a:prstGeom prst="line">
            <a:avLst/>
          </a:prstGeom>
          <a:noFill/>
          <a:ln w="2286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6012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 You're a data analyst at a food delivery company. Your manager asks — "Show me all orders above ₹300 placed in Bengaluru today, sorted by amount."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8138160" cy="1481328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08760"/>
            <a:ext cx="64008" cy="14813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63624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 </a:t>
            </a:r>
            <a:r>
              <a:rPr lang="en-US" sz="13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order_id, customer_name, restaurant, amount, status
</a:t>
            </a:r>
            <a:r>
              <a:rPr lang="en-US" sz="135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   </a:t>
            </a:r>
            <a:r>
              <a:rPr lang="en-US" sz="13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
</a:t>
            </a:r>
            <a:r>
              <a:rPr lang="en-US" sz="13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  </a:t>
            </a:r>
            <a:r>
              <a:rPr lang="en-US" sz="13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 = </a:t>
            </a:r>
            <a:r>
              <a:rPr lang="en-US" sz="135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'Bengaluru'</a:t>
            </a:r>
            <a:r>
              <a:rPr lang="en-US" sz="13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 amount &gt; </a:t>
            </a:r>
            <a:r>
              <a:rPr lang="en-US" sz="135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</a:t>
            </a:r>
            <a:r>
              <a:rPr lang="en-US" sz="13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 order_date = </a:t>
            </a:r>
            <a:r>
              <a:rPr lang="en-US" sz="135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CURDATE()
</a:t>
            </a:r>
            <a:r>
              <a:rPr lang="en-US" sz="13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r>
              <a:rPr lang="en-US" sz="13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amount DESC;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02920" y="30906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383280"/>
          <a:ext cx="8138160" cy="1645920"/>
        </p:xfrm>
        <a:graphic>
          <a:graphicData uri="http://schemas.openxmlformats.org/drawingml/2006/table">
            <a:tbl>
              <a:tblPr/>
              <a:tblGrid>
                <a:gridCol w="1627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customer_name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restaurant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 Sharma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Meghana Foods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820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Rahul Nair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 Malleswaram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560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Ananya Reddy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Truffles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430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 for delivery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Vikram Joshi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Vidyarthi Bhavan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320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wheel spokes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Amazon — E-Commerce Queries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164592" cy="16459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6868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Selling Products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234440"/>
            <a:ext cx="8229600" cy="1188720"/>
          </a:xfrm>
          <a:prstGeom prst="rect">
            <a:avLst/>
          </a:prstGeom>
          <a:solidFill>
            <a:srgbClr val="1A1A2E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271016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F0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product_name, SUM(quantity_sold) AS total_sold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F0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F0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order_date &gt;= '2024-01-01'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F0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product_name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F0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total_sold DESC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F0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10;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2880360"/>
            <a:ext cx="164592" cy="16459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88036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Large Orders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3246120"/>
            <a:ext cx="8229600" cy="1188720"/>
          </a:xfrm>
          <a:prstGeom prst="rect">
            <a:avLst/>
          </a:prstGeom>
          <a:solidFill>
            <a:srgbClr val="1A1A2E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3282696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F0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customer_id, name, email, total_amount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F0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customers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F0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total_amount &gt; 5000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F0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country = 'India'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F0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total_amount DESC;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0040" y="475488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Amazon uses such queries to power product recommendations &amp; customer dashboards.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 Netflix — Streaming Analytics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164592" cy="16459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6868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Watched Content by Region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234440"/>
            <a:ext cx="8229600" cy="1188720"/>
          </a:xfrm>
          <a:prstGeom prst="rect">
            <a:avLst/>
          </a:prstGeom>
          <a:solidFill>
            <a:srgbClr val="1A1A2E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271016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F0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content_title, region, COUNT(*) AS views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F0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streaming_logs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F0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streamed_at BETWEEN '2024-01-01' AND '2024-12-31'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F0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content_title, region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F0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views DESC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F0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20;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2880360"/>
            <a:ext cx="164592" cy="16459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88036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Watch History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3246120"/>
            <a:ext cx="8229600" cy="1188720"/>
          </a:xfrm>
          <a:prstGeom prst="rect">
            <a:avLst/>
          </a:prstGeom>
          <a:solidFill>
            <a:srgbClr val="1A1A2E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3282696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F0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u.username, c.title, s.watch_duration, s.completed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F0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users u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F0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sessions s ON u.user_id = s.user_id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F0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content c ON s.content_id = c.content_id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F0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u.subscription = 'Premium'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F0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s.streamed_at DESC;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0040" y="475488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Netflix queries streaming data to fuel its recommendation engine and analyze content performance.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FB3C369-C45F-B4D5-ECA1-A10055D5C509}"/>
              </a:ext>
            </a:extLst>
          </p:cNvPr>
          <p:cNvSpPr/>
          <p:nvPr/>
        </p:nvSpPr>
        <p:spPr>
          <a:xfrm>
            <a:off x="902524" y="110589"/>
            <a:ext cx="7487392" cy="4922322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8899AA"/>
                </a:solidFill>
              </a:rPr>
              <a:t>Thank You!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6001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141</TotalTime>
  <Words>701</Words>
  <Application>Microsoft Office PowerPoint</Application>
  <PresentationFormat>On-screen Show (16:9)</PresentationFormat>
  <Paragraphs>104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Consolas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DQL - SELECT Command</dc:title>
  <dc:subject>PptxGenJS Presentation</dc:subject>
  <dc:creator>PptxGenJS</dc:creator>
  <cp:lastModifiedBy>Prateek Gupta</cp:lastModifiedBy>
  <cp:revision>3</cp:revision>
  <dcterms:created xsi:type="dcterms:W3CDTF">2026-05-18T19:25:23Z</dcterms:created>
  <dcterms:modified xsi:type="dcterms:W3CDTF">2026-05-21T06:15:52Z</dcterms:modified>
</cp:coreProperties>
</file>